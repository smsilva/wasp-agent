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passo 'Upload Claude execution log' do workflow jira-agent.yaml é gated por if: failure() + retention-days: 7. Runs verdes não anexam artefato; runs com falha anexam claude-execution-log-&lt;ISSUE_KEY&gt;.tar.gz para post-mortem (body da issue + tool outputs do agente), descartado em 7 dias. Documentado em SEC-008.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Coding Agent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20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Coding Agent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ticket ao PR: delegando para agente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repetitivo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repetitivo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dos planos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repetitivo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dos planos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ligada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repetitivo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dos planos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ligada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fica livre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repetitivo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dos planos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ligada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fica livre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Delegação é uma escolha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ticket ao PR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solidFill>
            <a:srgbClr val="4A9EF4">
              <a:alpha val="25000"/>
            </a:srgbClr>
          </a:solidFill>
          <a:ln w="12700">
            <a:solidFill>
              <a:srgbClr val="4A9E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ticket ao PR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solidFill>
            <a:srgbClr val="4A9EF4">
              <a:alpha val="25000"/>
            </a:srgbClr>
          </a:solidFill>
          <a:ln w="12700">
            <a:solidFill>
              <a:srgbClr val="4A9E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ticket ao PR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31920" y="3351276"/>
            <a:ext cx="1280160" cy="868680"/>
          </a:xfrm>
          <a:prstGeom prst="rect">
            <a:avLst/>
          </a:prstGeom>
          <a:solidFill>
            <a:srgbClr val="4A9EF4">
              <a:alpha val="25000"/>
            </a:srgbClr>
          </a:solidFill>
          <a:ln w="12700">
            <a:solidFill>
              <a:srgbClr val="4A9E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ticket ao PR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3192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1208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0" y="3351276"/>
            <a:ext cx="1280160" cy="868680"/>
          </a:xfrm>
          <a:prstGeom prst="rect">
            <a:avLst/>
          </a:prstGeom>
          <a:solidFill>
            <a:srgbClr val="4A9EF4">
              <a:alpha val="25000"/>
            </a:srgbClr>
          </a:solidFill>
          <a:ln w="12700">
            <a:solidFill>
              <a:srgbClr val="4A9E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ticket ao PR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3192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1208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0" y="3351276"/>
            <a:ext cx="1280160" cy="868680"/>
          </a:xfrm>
          <a:prstGeom prst="rect">
            <a:avLst/>
          </a:prstGeom>
          <a:solidFill>
            <a:srgbClr val="4A9EF4">
              <a:alpha val="12000"/>
            </a:srgbClr>
          </a:solidFill>
          <a:ln w="12700">
            <a:solidFill>
              <a:srgbClr val="6B7A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49440" y="335127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06640" y="3351276"/>
            <a:ext cx="1280160" cy="868680"/>
          </a:xfrm>
          <a:prstGeom prst="rect">
            <a:avLst/>
          </a:prstGeom>
          <a:solidFill>
            <a:srgbClr val="4A9EF4">
              <a:alpha val="25000"/>
            </a:srgbClr>
          </a:solidFill>
          <a:ln w="12700">
            <a:solidFill>
              <a:srgbClr val="4A9E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335127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 Review)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clique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Lê a issue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Lê a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664208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Implementa o código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Lê a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664208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Implementa o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22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Abre o PR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Lê a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664208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Implementa o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22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Abre o PR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980944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Comenta no Jira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Lê a issue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664208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Implementa o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22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Abre o PR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980944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Comenta no Jira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639312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Transiciona para "In Review"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3 tentativas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3 tentativas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907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/fix --max-attempts=3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62763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só em falha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28354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(claude setup-token)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28354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(claude setup-token)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50869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API token + URL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28354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(claude setup-token)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50869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API token + URL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573383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fine-grained (trigger)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28354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(claude setup-token)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50869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API token + URL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573383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fine-grained (trigger)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095897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permissions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28354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(claude setup-token)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50869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API token + URL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573383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fine-grained (trigger)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095897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permissions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618411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Rule no Jira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Claude no GitHub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528354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 (claude setup-token)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50869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API token + URL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573383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fine-grained (trigger)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095897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permissions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618411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Rule no Jira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140926"/>
            <a:ext cx="8229600" cy="4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jira-agent.yaml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4A9EF4">
              <a:alpha val="40000"/>
            </a:srgbClr>
          </a:solidFill>
          <a:ln w="12700">
            <a:solidFill>
              <a:srgbClr val="4A9EF4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66544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Jira Coding Agent</dc:title>
  <dc:subject>PptxGenJS Presentation</dc:subject>
  <dc:creator>PptxGenJS</dc:creator>
  <cp:lastModifiedBy>PptxGenJS</cp:lastModifiedBy>
  <cp:revision>1</cp:revision>
  <dcterms:created xsi:type="dcterms:W3CDTF">2026-06-15T17:28:20Z</dcterms:created>
  <dcterms:modified xsi:type="dcterms:W3CDTF">2026-06-15T17:28:20Z</dcterms:modified>
</cp:coreProperties>
</file>