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35088E2-C5DB-4980-8956-AC996C1B4914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11A68A-9C0B-42C2-A99F-CCDE964719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2528EA-7347-4ED3-A2ED-55216EB940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02D2A9-0714-4630-A099-4A0531BBD3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CABC74-669C-4A60-BDDC-20D36ECD0C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B953EE-9EC6-4078-98BB-06F2322935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77CDA7-E177-4FD2-B4B1-E40D690064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77B6E1-8645-4223-8F91-F6DB8E7A3B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945E2A-A385-4141-8A94-055D8DBCE5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16A61D-15E2-45F0-8A7A-3E189C3410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499E5B-3304-4479-A41A-321FB0F65B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8A24EE-5A30-4DF6-91B3-3D8E26AF94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303F21-3232-4878-BE1E-EFB10CDDE6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E2BD7E-30C6-474A-961C-818318C172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56C91D-2D2D-4411-A790-C49B845A50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17F22F-E003-4EE3-8EEA-4BE54C7DAA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291D04-0408-4F30-A40A-CF6906DB3F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2279B5-E983-4E55-B8B8-66D6CE0BE0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354302-026B-4E24-9B33-1F807D924D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860A3A-19AA-42C7-A450-FEBC4E3DBB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76D0A7-65CF-45EC-BA01-F6B1923F69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 passo 'Upload Claude execution log' do workflow jira-agent.yaml é gated por if: failure() + retention-days: 7. Runs verdes não anexam artefato; runs com falha anexam claude-execution-log-&lt;ISSUE_KEY&gt;.tar.gz para post-mortem (body da issue + tool outputs do agente), descartado em 7 dias. Documentado em SEC-008.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566E91-9C22-4930-A326-A13FF9E7D6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90A8F2-A311-4D9B-891C-2D841A8343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5456E1-85D9-4449-A629-DCA78DFAF2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9A19FA-7F78-4883-B65D-398D8A85EF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31566F-5149-43D6-99EB-1EE4750081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9C9043-641D-48A1-9D74-C710C5CA6C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7423E8-F2FD-4FB7-A870-3F0EBB2417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43EBC3-4374-4A92-9001-C7A58EA178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76EB49-3A27-409C-8B17-1A7CBA8164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192024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Jira Coding Agent</a:t>
            </a:r>
            <a:endParaRPr b="0" lang="pt-BR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457200" y="192024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888888"/>
                </a:solidFill>
                <a:latin typeface="Calibri"/>
                <a:ea typeface="Calibri"/>
              </a:rPr>
              <a:t>Jira Coding Agent</a:t>
            </a:r>
            <a:endParaRPr b="0" lang="pt-B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457200" y="310896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From ticket to PR: delegating to an agent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457200" y="100584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Repetitive work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57200" y="100584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Repetitive work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457200" y="173736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Plan execution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100584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Repetitive work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7200" y="173736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Plan execution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57200" y="246888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Machine running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00584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Repetitive work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73736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Plan execution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57200" y="246888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Machine running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457200" y="320040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Dev stays free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457200" y="100584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Repetitive work</a:t>
            </a:r>
            <a:endParaRPr b="0" lang="pt-BR" sz="3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457200" y="173736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Plan execution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457200" y="246888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Machine running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457200" y="320040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666666"/>
                </a:solidFill>
                <a:latin typeface="Calibri"/>
                <a:ea typeface="Calibri"/>
              </a:rPr>
              <a:t>Dev stays free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457200" y="393192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Delegation is a choice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From ticket to PR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Jira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666666"/>
                </a:solidFill>
                <a:latin typeface="Calibri"/>
                <a:ea typeface="Calibri"/>
              </a:rPr>
              <a:t>From ticket to PR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Jira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173736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GitHub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Actions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666666"/>
                </a:solidFill>
                <a:latin typeface="Calibri"/>
                <a:ea typeface="Calibri"/>
              </a:rPr>
              <a:t>From ticket to PR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Jira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173736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GitHub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Actions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347472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3931920" y="3351240"/>
            <a:ext cx="1279080" cy="86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393192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Claude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666666"/>
                </a:solidFill>
                <a:latin typeface="Calibri"/>
                <a:ea typeface="Calibri"/>
              </a:rPr>
              <a:t>From ticket to PR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Jira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73736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GitHub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Actions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347472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393192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393192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Claude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21208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5669280" y="3351240"/>
            <a:ext cx="1279080" cy="86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566928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666666"/>
                </a:solidFill>
                <a:latin typeface="Calibri"/>
                <a:ea typeface="Calibri"/>
              </a:rPr>
              <a:t>From ticket to PR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45720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Jira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173736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219456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GitHub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Actions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347472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393192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393192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Claude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521208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5669280" y="3351240"/>
            <a:ext cx="1279080" cy="867600"/>
          </a:xfrm>
          <a:prstGeom prst="rect">
            <a:avLst/>
          </a:prstGeom>
          <a:solidFill>
            <a:srgbClr val="80808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566928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1c1c"/>
                </a:solidFill>
                <a:latin typeface="Calibri"/>
                <a:ea typeface="Calibri"/>
              </a:rPr>
              <a:t>PR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6949440" y="3351240"/>
            <a:ext cx="456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Calibri"/>
                <a:ea typeface="Calibri"/>
              </a:rPr>
              <a:t>→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7406640" y="3351240"/>
            <a:ext cx="1279080" cy="86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7406640" y="3351240"/>
            <a:ext cx="1279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Jira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(In Review)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A single click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457200" y="100584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1.  Reads the issue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457200" y="100584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1.  Reads the issue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457200" y="166428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2.  Implements the code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457200" y="100584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1.  Reads the issue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457200" y="166428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2.  Implements the code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457200" y="232272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3.  Opens the PR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457200" y="100584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1.  Reads the issue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457200" y="166428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2.  Implements the code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457200" y="232272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3.  Opens the PR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457200" y="298080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4.  Comments on Jira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100584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1.  Reads the issue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166428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2.  Implements the code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57200" y="232272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3.  Opens the PR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457200" y="298080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1c1c1c"/>
                </a:solidFill>
                <a:latin typeface="Calibri"/>
                <a:ea typeface="Calibri"/>
              </a:rPr>
              <a:t>4.  Comments on Jira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457200" y="3639240"/>
            <a:ext cx="8228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5.  Transitions to "In Review"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RESILIENCE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Up to 3 attempts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RESILIENCE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1c1c1c"/>
                </a:solidFill>
                <a:latin typeface="Calibri"/>
                <a:ea typeface="Calibri"/>
              </a:rPr>
              <a:t>Up to 3 attempts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457200" y="29077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onsolas"/>
                <a:ea typeface="Consolas"/>
              </a:rPr>
              <a:t>/fix --max-attempts=3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457200" y="16275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Logs only on failure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CONFIGURATION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457200" y="100584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Claude App on GitHub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CONFIGURATION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100584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Claude App on GitHub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457200" y="15282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OAuth token (claude setup-token)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CONFIGURATION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457200" y="100584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Claude App on GitHub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457200" y="15282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OAuth token (claude setup-token)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457200" y="205092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Jira API token + URL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CONFIGURATION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457200" y="100584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Claude App on GitHub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457200" y="15282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OAuth token (claude setup-token)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457200" y="205092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Jira API token + URL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457200" y="257328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Fine-grained PAT (trigger)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CONFIGURATION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57200" y="100584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Claude App on GitHub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457200" y="15282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OAuth token (claude setup-token)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57200" y="205092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Jira API token + URL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457200" y="257328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Fine-grained PAT (trigger)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457200" y="30960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Workflow permissions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CONFIGURATION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100584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Claude App on GitHub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457200" y="15282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OAuth token (claude setup-token)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57200" y="205092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Jira API token + URL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457200" y="257328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Fine-grained PAT (trigger)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457200" y="30960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Workflow permissions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57200" y="361836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Automation Rule in Jira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57200" y="29268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3" strike="noStrike">
                <a:solidFill>
                  <a:srgbClr val="ffffff"/>
                </a:solidFill>
                <a:latin typeface="Calibri"/>
                <a:ea typeface="Calibri"/>
              </a:rPr>
              <a:t>CONFIGURATION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57200" y="100584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Claude App on GitHub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457200" y="15282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OAuth token (claude setup-token)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57200" y="205092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Jira API token + URL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457200" y="257328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Fine-grained PAT (trigger)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457200" y="309600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Workflow permissions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57200" y="361836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c1c1c"/>
                </a:solidFill>
                <a:latin typeface="Calibri"/>
                <a:ea typeface="Calibri"/>
              </a:rPr>
              <a:t>Automation Rule in Jira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457200" y="4141080"/>
            <a:ext cx="82285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Workflow jira-agent.yaml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457200" y="206640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  <a:ea typeface="Calibri"/>
              </a:rPr>
              <a:t>Thank you!</a:t>
            </a:r>
            <a:endParaRPr b="0" lang="pt-BR" sz="6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2026-06-15T17:28:20Z</dcterms:created>
  <dc:creator>PptxGenJS</dc:creator>
  <dc:description/>
  <dc:language>pt-BR</dc:language>
  <cp:lastModifiedBy/>
  <dcterms:modified xsi:type="dcterms:W3CDTF">2026-06-16T08:40:41Z</dcterms:modified>
  <cp:revision>4</cp:revision>
  <dc:subject>PptxGenJS Presentation</dc:subject>
  <dc:title>Jira Coding Agent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On-screen Show (16:9)</vt:lpwstr>
  </property>
  <property fmtid="{D5CDD505-2E9C-101B-9397-08002B2CF9AE}" pid="4" name="Slides">
    <vt:i4>29</vt:i4>
  </property>
</Properties>
</file>